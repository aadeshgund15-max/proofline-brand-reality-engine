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Acme Pro Phone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Acme Pro Phone launches on 14 March 2026.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The Acme Pro Phone costs $799 and has a 5000 mAh battery.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